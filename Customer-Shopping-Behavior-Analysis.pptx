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· 18 features · 4 product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8820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at a Glance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96119" y="996628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3,900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496119" y="1504429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1929036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18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496119" y="2436837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2861444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37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96119" y="3369246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60528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6119" y="4016946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$59.76</a:t>
            </a:r>
            <a:endParaRPr lang="en-US" sz="2950" dirty="0"/>
          </a:p>
        </p:txBody>
      </p:sp>
      <p:sp>
        <p:nvSpPr>
          <p:cNvPr id="12" name="Text 9"/>
          <p:cNvSpPr/>
          <p:nvPr/>
        </p:nvSpPr>
        <p:spPr>
          <a:xfrm>
            <a:off x="496119" y="4524747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Avg Purchase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7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Preparation Pipeline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Load to PostgreSQL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38889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&amp; Impute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519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 standardized to snake_case; promo_code_used dropped as redundant with discount_applied.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Male Customers Drive 2×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females — a critical segment gap to investigate.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Products by Rating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Consistent High Ratings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products cluster tightly between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3.78–3.86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out of 5. Overall average: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3.75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3714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Shipping &amp; Subscriptions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065833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69407" y="1210121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9407" y="1510531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spend: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25119" y="2013645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69407" y="2157933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Standard Shipping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9407" y="2458343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spend: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961456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69407" y="3105745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Subscribers (27%)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9407" y="3406155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$62,645 revenue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909268"/>
            <a:ext cx="4722763" cy="810444"/>
          </a:xfrm>
          <a:prstGeom prst="roundRect">
            <a:avLst>
              <a:gd name="adj" fmla="val 15497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69407" y="4053557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Non-Subscribers (73%)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9407" y="4353967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$170,436 revenue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Discount-Dependent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~50% of Purchases Use Discounts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products all show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47–50%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discount rates — review margin impact and policy.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309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159520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3,116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496119" y="1804467"/>
            <a:ext cx="2272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110978"/>
            <a:ext cx="22727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repeat purchase frequency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46053" y="1159520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701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2946053" y="1804467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946053" y="2110978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 purchase history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21048" y="2918966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83</a:t>
            </a:r>
            <a:endParaRPr lang="en-US" sz="3650" dirty="0"/>
          </a:p>
        </p:txBody>
      </p:sp>
      <p:sp>
        <p:nvSpPr>
          <p:cNvPr id="11" name="Text 8"/>
          <p:cNvSpPr/>
          <p:nvPr/>
        </p:nvSpPr>
        <p:spPr>
          <a:xfrm>
            <a:off x="1721048" y="3563913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721048" y="3870424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First-time buyers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25670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958 repeat buyers (&gt;5 purchases), most remain non-subscribers — untapped subscription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Age Group &amp;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Young Adults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dominates category revenue (~$100K), followed by Accessories (~$60K), Footwear (~$30K), and Outerwear (~$15K).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63346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629073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93558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450306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44591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75242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3267149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262759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56927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vs.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8250" y="408399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4079602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38611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2026-07-09T17:56:54Z</dcterms:created>
  <dcterms:modified xsi:type="dcterms:W3CDTF">2026-07-09T17:56:54Z</dcterms:modified>
</cp:coreProperties>
</file>